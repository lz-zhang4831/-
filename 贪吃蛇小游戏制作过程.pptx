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f17f5730e46fa93081851922b0deb51"/>
          <p:cNvPicPr>
            <a:picLocks noChangeAspect="1"/>
          </p:cNvPicPr>
          <p:nvPr/>
        </p:nvPicPr>
        <p:blipFill>
          <a:blip r:embed="rId1"/>
          <a:srcRect t="3469" b="55620"/>
          <a:stretch>
            <a:fillRect/>
          </a:stretch>
        </p:blipFill>
        <p:spPr>
          <a:xfrm>
            <a:off x="1127125" y="1353185"/>
            <a:ext cx="4601210" cy="5084445"/>
          </a:xfrm>
          <a:prstGeom prst="rect">
            <a:avLst/>
          </a:prstGeom>
        </p:spPr>
      </p:pic>
      <p:pic>
        <p:nvPicPr>
          <p:cNvPr id="3" name="图片 2" descr="1f17f5730e46fa93081851922b0deb51"/>
          <p:cNvPicPr>
            <a:picLocks noChangeAspect="1"/>
          </p:cNvPicPr>
          <p:nvPr/>
        </p:nvPicPr>
        <p:blipFill>
          <a:blip r:embed="rId1"/>
          <a:srcRect t="44167" b="7203"/>
          <a:stretch>
            <a:fillRect/>
          </a:stretch>
        </p:blipFill>
        <p:spPr>
          <a:xfrm>
            <a:off x="6555740" y="269240"/>
            <a:ext cx="4696460" cy="61683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27125" y="398145"/>
            <a:ext cx="4961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贪吃蛇小游戏制作过程</a:t>
            </a:r>
            <a:endParaRPr lang="zh-CN" altLang="en-US" sz="2400"/>
          </a:p>
          <a:p>
            <a:r>
              <a:rPr lang="zh-CN" altLang="en-US" sz="2400"/>
              <a:t> </a:t>
            </a:r>
            <a:r>
              <a:rPr lang="en-US" altLang="zh-CN" sz="2400"/>
              <a:t>       ——</a:t>
            </a:r>
            <a:r>
              <a:rPr lang="zh-CN" altLang="en-US" sz="2400"/>
              <a:t>给</a:t>
            </a:r>
            <a:r>
              <a:rPr lang="en-US" altLang="zh-CN" sz="2400"/>
              <a:t>AI</a:t>
            </a:r>
            <a:r>
              <a:rPr lang="zh-CN" altLang="en-US" sz="2400"/>
              <a:t>输入提示词</a:t>
            </a:r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856a699765bd65d4b5e0189b48d7a7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215" y="209550"/>
            <a:ext cx="4852670" cy="2622550"/>
          </a:xfrm>
          <a:prstGeom prst="rect">
            <a:avLst/>
          </a:prstGeom>
        </p:spPr>
      </p:pic>
      <p:pic>
        <p:nvPicPr>
          <p:cNvPr id="3" name="图片 2" descr="0fc433f48da1e720bd7f609a023636f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55" y="2832100"/>
            <a:ext cx="4561205" cy="3583305"/>
          </a:xfrm>
          <a:prstGeom prst="rect">
            <a:avLst/>
          </a:prstGeom>
        </p:spPr>
      </p:pic>
      <p:pic>
        <p:nvPicPr>
          <p:cNvPr id="4" name="图片 3" descr="26cfd03821cb78fdcd20b477751245c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670" y="719455"/>
            <a:ext cx="5052060" cy="3780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e3a10cb6199edb38f686232c22cd762e"/>
          <p:cNvPicPr>
            <a:picLocks noChangeAspect="1"/>
          </p:cNvPicPr>
          <p:nvPr/>
        </p:nvPicPr>
        <p:blipFill>
          <a:blip r:embed="rId1"/>
          <a:srcRect b="57876"/>
          <a:stretch>
            <a:fillRect/>
          </a:stretch>
        </p:blipFill>
        <p:spPr>
          <a:xfrm>
            <a:off x="447675" y="514350"/>
            <a:ext cx="5257165" cy="4878705"/>
          </a:xfrm>
          <a:prstGeom prst="rect">
            <a:avLst/>
          </a:prstGeom>
        </p:spPr>
      </p:pic>
      <p:pic>
        <p:nvPicPr>
          <p:cNvPr id="3" name="图片 2" descr="e3a10cb6199edb38f686232c22cd762e"/>
          <p:cNvPicPr>
            <a:picLocks noChangeAspect="1"/>
          </p:cNvPicPr>
          <p:nvPr/>
        </p:nvPicPr>
        <p:blipFill>
          <a:blip r:embed="rId1"/>
          <a:srcRect t="41759" b="9065"/>
          <a:stretch>
            <a:fillRect/>
          </a:stretch>
        </p:blipFill>
        <p:spPr>
          <a:xfrm>
            <a:off x="5858510" y="514350"/>
            <a:ext cx="5448300" cy="59016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68fca3b8441c4c599061096331ab26e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35" y="304165"/>
            <a:ext cx="6922135" cy="59734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93355" y="1837055"/>
            <a:ext cx="37026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AI</a:t>
            </a:r>
            <a:r>
              <a:rPr lang="zh-CN" altLang="en-US" sz="2400"/>
              <a:t>深度思考过程，并写出第一代的游戏</a:t>
            </a:r>
            <a:r>
              <a:rPr lang="zh-CN" altLang="en-US" sz="2400"/>
              <a:t>代码</a:t>
            </a:r>
            <a:endParaRPr lang="zh-CN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80ca9bc53aae4f363a56acb4eff15d83"/>
          <p:cNvPicPr>
            <a:picLocks noChangeAspect="1"/>
          </p:cNvPicPr>
          <p:nvPr/>
        </p:nvPicPr>
        <p:blipFill>
          <a:blip r:embed="rId1"/>
          <a:srcRect t="3375" b="55523"/>
          <a:stretch>
            <a:fillRect/>
          </a:stretch>
        </p:blipFill>
        <p:spPr>
          <a:xfrm>
            <a:off x="1344295" y="1271270"/>
            <a:ext cx="4329430" cy="5249545"/>
          </a:xfrm>
          <a:prstGeom prst="rect">
            <a:avLst/>
          </a:prstGeom>
        </p:spPr>
      </p:pic>
      <p:pic>
        <p:nvPicPr>
          <p:cNvPr id="3" name="图片 2" descr="80ca9bc53aae4f363a56acb4eff15d83"/>
          <p:cNvPicPr>
            <a:picLocks noChangeAspect="1"/>
          </p:cNvPicPr>
          <p:nvPr/>
        </p:nvPicPr>
        <p:blipFill>
          <a:blip r:embed="rId1"/>
          <a:srcRect t="44274" b="6750"/>
          <a:stretch>
            <a:fillRect/>
          </a:stretch>
        </p:blipFill>
        <p:spPr>
          <a:xfrm>
            <a:off x="6642735" y="0"/>
            <a:ext cx="4726940" cy="68306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27125" y="398145"/>
            <a:ext cx="4961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贪吃蛇小游戏制作过程</a:t>
            </a:r>
            <a:endParaRPr lang="zh-CN" altLang="en-US" sz="2400"/>
          </a:p>
          <a:p>
            <a:r>
              <a:rPr lang="zh-CN" altLang="en-US" sz="2400"/>
              <a:t> </a:t>
            </a:r>
            <a:r>
              <a:rPr lang="en-US" altLang="zh-CN" sz="2400"/>
              <a:t>       ——</a:t>
            </a:r>
            <a:r>
              <a:rPr lang="zh-CN" altLang="en-US" sz="2400"/>
              <a:t>第二代</a:t>
            </a:r>
            <a:r>
              <a:rPr lang="zh-CN" altLang="en-US" sz="2400"/>
              <a:t>版本</a:t>
            </a:r>
            <a:endParaRPr lang="zh-C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3306" b="55426"/>
          <a:stretch>
            <a:fillRect/>
          </a:stretch>
        </p:blipFill>
        <p:spPr>
          <a:xfrm>
            <a:off x="1046480" y="1066800"/>
            <a:ext cx="4810125" cy="53638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44528" b="9269"/>
          <a:stretch>
            <a:fillRect/>
          </a:stretch>
        </p:blipFill>
        <p:spPr>
          <a:xfrm>
            <a:off x="6295390" y="397510"/>
            <a:ext cx="4914265" cy="6135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81685" y="313690"/>
            <a:ext cx="59702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贪吃蛇小游戏制作过程</a:t>
            </a:r>
            <a:endParaRPr lang="zh-CN" altLang="en-US" sz="2400"/>
          </a:p>
          <a:p>
            <a:r>
              <a:rPr lang="en-US" altLang="zh-CN" sz="2400"/>
              <a:t>       ——</a:t>
            </a:r>
            <a:r>
              <a:rPr lang="zh-CN" altLang="en-US" sz="2400"/>
              <a:t>第三代版本（让</a:t>
            </a:r>
            <a:r>
              <a:rPr lang="en-US" altLang="zh-CN" sz="2400"/>
              <a:t>AI</a:t>
            </a:r>
            <a:r>
              <a:rPr lang="zh-CN" altLang="en-US" sz="2400"/>
              <a:t>自行执行程序）</a:t>
            </a:r>
            <a:endParaRPr lang="zh-C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842" b="79588"/>
          <a:stretch>
            <a:fillRect/>
          </a:stretch>
        </p:blipFill>
        <p:spPr>
          <a:xfrm>
            <a:off x="707390" y="1286510"/>
            <a:ext cx="5010150" cy="53352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9657" b="52481"/>
          <a:stretch>
            <a:fillRect/>
          </a:stretch>
        </p:blipFill>
        <p:spPr>
          <a:xfrm>
            <a:off x="6490970" y="0"/>
            <a:ext cx="4048125" cy="68351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11250" y="319405"/>
            <a:ext cx="49060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AI</a:t>
            </a:r>
            <a:r>
              <a:rPr lang="zh-CN" altLang="en-US" sz="2400"/>
              <a:t>对第二代游戏代码进行修改，并使用了</a:t>
            </a:r>
            <a:r>
              <a:rPr lang="en-US" altLang="zh-CN" sz="2400"/>
              <a:t>BFS</a:t>
            </a:r>
            <a:r>
              <a:rPr lang="zh-CN" altLang="en-US" sz="2400"/>
              <a:t>函数计算实现</a:t>
            </a:r>
            <a:r>
              <a:rPr lang="zh-CN" altLang="en-US" sz="2400"/>
              <a:t>最短路径</a:t>
            </a:r>
            <a:endParaRPr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67806" b="3981"/>
          <a:stretch>
            <a:fillRect/>
          </a:stretch>
        </p:blipFill>
        <p:spPr>
          <a:xfrm>
            <a:off x="5984875" y="108585"/>
            <a:ext cx="3804285" cy="65049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47167" b="32111"/>
          <a:stretch>
            <a:fillRect/>
          </a:stretch>
        </p:blipFill>
        <p:spPr>
          <a:xfrm>
            <a:off x="316865" y="108585"/>
            <a:ext cx="5288915" cy="66427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4102" b="14380"/>
          <a:stretch>
            <a:fillRect/>
          </a:stretch>
        </p:blipFill>
        <p:spPr>
          <a:xfrm>
            <a:off x="2599690" y="1607820"/>
            <a:ext cx="6617970" cy="49047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14625" y="440690"/>
            <a:ext cx="63874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贪吃蛇小游戏制作过程</a:t>
            </a:r>
            <a:endParaRPr lang="zh-CN" altLang="en-US" sz="2400"/>
          </a:p>
          <a:p>
            <a:r>
              <a:rPr lang="en-US" altLang="zh-CN" sz="2400"/>
              <a:t>       ——</a:t>
            </a:r>
            <a:r>
              <a:rPr lang="zh-CN" altLang="en-US" sz="2400"/>
              <a:t>第三代版本最终呈现效果及</a:t>
            </a:r>
            <a:r>
              <a:rPr lang="zh-CN" altLang="en-US" sz="2400"/>
              <a:t>最终得分</a:t>
            </a:r>
            <a:endParaRPr lang="zh-CN" altLang="en-US" sz="2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WPS 演示</Application>
  <PresentationFormat>宽屏</PresentationFormat>
  <Paragraphs>16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C₈H₁₁NO₂</cp:lastModifiedBy>
  <cp:revision>158</cp:revision>
  <dcterms:created xsi:type="dcterms:W3CDTF">2019-06-19T02:08:00Z</dcterms:created>
  <dcterms:modified xsi:type="dcterms:W3CDTF">2026-09-09T02:51:05Z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CE2979D3213F4CF9AD310E14B01F152C_11</vt:lpwstr>
  </property>
</Properties>
</file>